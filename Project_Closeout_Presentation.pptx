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188720"/>
            <a:ext cx="5486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[Project Name]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web application delivered for [Client Name]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21945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· [Member 2]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3] · [Member 4]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44348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Organization]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 / Sponsor]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Capstone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PRESENTATION  ·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in the next 10 minutes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28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0" y="188366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223113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we set out to solve and our success criteria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6696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7432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11680" y="279806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Delivery &amp; Implementation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14553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features, and our build journey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66960" y="2743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657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011680" y="371246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405993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workflow, standout features, before/after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66960" y="36576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5720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011680" y="462686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11680" y="497433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achievement and business outcomes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966960" y="45720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 min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4864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011680" y="554126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 &amp; Handoff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11680" y="588873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Enhancements, maintenance, and knowledge transfer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966960" y="54864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 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10 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4630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Objectives Recap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91440" cy="4206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274320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[Client] faced a manual data entry process that caused 4-hour reporting delays and a 12% error rate — blocking sales managers from acting on timely team performance data.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5532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business problem  ·  identified Jan 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182880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945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hrs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7360920" y="2514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produce a single weekly report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0" y="329184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6576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6092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736092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in manually entered sales figures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0" y="475488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512064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892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7360920" y="5440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team performance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10 MIN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33856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success was defined at proposal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2024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48840"/>
            <a:ext cx="777240" cy="77724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317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 TIME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 min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822960" y="4389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report (vs. 4 hours manually)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192024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2148840"/>
            <a:ext cx="777240" cy="77724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317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772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ACCURACY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17720" y="3429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99.0%</a:t>
            </a:r>
            <a:endParaRPr lang="en-US" sz="4400" dirty="0"/>
          </a:p>
        </p:txBody>
      </p:sp>
      <p:sp>
        <p:nvSpPr>
          <p:cNvPr id="18" name="Text 14"/>
          <p:cNvSpPr/>
          <p:nvPr/>
        </p:nvSpPr>
        <p:spPr>
          <a:xfrm>
            <a:off x="4617720" y="4389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source of truth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92440" y="1920240"/>
            <a:ext cx="35661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66760" y="2148840"/>
            <a:ext cx="777240" cy="77724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317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412480" y="3429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80%</a:t>
            </a:r>
            <a:endParaRPr lang="en-US" sz="4400" dirty="0"/>
          </a:p>
        </p:txBody>
      </p:sp>
      <p:sp>
        <p:nvSpPr>
          <p:cNvPr id="24" name="Text 19"/>
          <p:cNvSpPr/>
          <p:nvPr/>
        </p:nvSpPr>
        <p:spPr>
          <a:xfrm>
            <a:off x="8412480" y="4389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 managers active weekly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agreed with [Client] at proposal sign-off · Jan 2026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10 MIN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1133856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4630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Delivery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Implementation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" y="2377440"/>
            <a:ext cx="2377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5820" y="2377440"/>
            <a:ext cx="2377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69748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582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User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582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1548" y="3246120"/>
            <a:ext cx="283464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543300" y="2377440"/>
            <a:ext cx="2377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43300" y="2377440"/>
            <a:ext cx="2377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69748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4330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433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39028" y="3246120"/>
            <a:ext cx="283464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240780" y="2377440"/>
            <a:ext cx="2377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40780" y="2377440"/>
            <a:ext cx="2377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269748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4078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4078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/ Express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636508" y="3246120"/>
            <a:ext cx="283464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8938260" y="2377440"/>
            <a:ext cx="23774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38260" y="2377440"/>
            <a:ext cx="237744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940" y="2697480"/>
            <a:ext cx="640080" cy="6400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3826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93826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48640" y="4846320"/>
            <a:ext cx="35661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8640" y="4846320"/>
            <a:ext cx="64008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7724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77240" y="5303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malformed rows on ingest, logs to audit trail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297680" y="4846320"/>
            <a:ext cx="35661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297680" y="4846320"/>
            <a:ext cx="64008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52628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reporting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526280" y="5303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 updates dashboards as new data lands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046720" y="4846320"/>
            <a:ext cx="35661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8046720" y="4846320"/>
            <a:ext cx="64008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827532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8275320" y="53035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analyst, and admin scopes via SSO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10 MIN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1133856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delivered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828800"/>
            <a:ext cx="3657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10312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17320" y="248716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jobs pull from legacy CRM, replacing manual CSV uploads.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51960" y="1828800"/>
            <a:ext cx="3657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210312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2402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257800" y="248716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see team performance KPIs update the moment data lands.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92440" y="1828800"/>
            <a:ext cx="3657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2402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98280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validation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098280" y="248716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flagged at entry, with root-cause hints and audit history.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11480" y="3886200"/>
            <a:ext cx="3657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416052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976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142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report export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417320" y="454456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PDFs generated in seconds, branded for the client.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251960" y="3886200"/>
            <a:ext cx="3657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480560" y="416052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29768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57800" y="4142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5257800" y="454456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analyst, and admin scopes integrated with client SSO.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092440" y="3886200"/>
            <a:ext cx="36576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29768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098280" y="4142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trending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9098280" y="454456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of normalized data for QoQ and YoY comparisons.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10 MIN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1133856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journey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91440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91640" y="21488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integration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91640" y="254203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CRM exposed only flat CSV exports with inconsistent schemas across regions.  </a:t>
            </a:r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middleware layer that normalizes formats on the fly and maintains a versioned schema registry.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3200400"/>
            <a:ext cx="91440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6616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02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691640" y="36118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at scale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691640" y="400507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pipeline choked on 500K+ rows per night with bursty arrival patterns.  </a:t>
            </a:r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batched streaming with checkpoints; throughput now holds at under 90 seconds end-to-end.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4663440"/>
            <a:ext cx="91440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29200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 03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691640" y="5074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across managers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691640" y="546811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were wary of yet another dashboard after two prior failed rollouts.  </a:t>
            </a:r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three co-design sessions and shipped an in-app onboarding flow; adoption hit 95% in two weeks.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10 MIN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133856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4630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Demonstration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see it in action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9436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5760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note: Click into the live app here. Keep narration crisp — 3 min total.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walk through, and why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WORKFLOW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1305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logs in via SSO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4414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click from the client intranet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9992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report auto-loads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310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Freshly generated from last night's ingest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8679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team KPIs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1788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region, rep, or product 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7365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branded PDF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0474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Client-branded report in &lt; 2 seconds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 →  AFTER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148840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14884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prep 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92440" y="214884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646920" y="2551176"/>
            <a:ext cx="3200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0058400" y="21488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seconds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3035808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035808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92440" y="303580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646920" y="3438144"/>
            <a:ext cx="3200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058400" y="3035808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3922776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922776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92440" y="3922776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PDF via email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646920" y="4325112"/>
            <a:ext cx="3200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10058400" y="3922776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dashboard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63640" y="4809744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809744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feedback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92440" y="480974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646920" y="5212080"/>
            <a:ext cx="3200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0058400" y="4809744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CSAT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10 MIN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33856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4630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Impact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we hit the mark?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 — target vs. delivered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28800"/>
            <a:ext cx="356616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 TIME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7160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5 min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29718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min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8229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4526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97680" y="182880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97680" y="1828800"/>
            <a:ext cx="356616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4884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6636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ACCURACY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16636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99.0%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617720" y="29718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99.5%</a:t>
            </a:r>
            <a:endParaRPr lang="en-US" sz="6000" dirty="0"/>
          </a:p>
        </p:txBody>
      </p:sp>
      <p:sp>
        <p:nvSpPr>
          <p:cNvPr id="21" name="Text 17"/>
          <p:cNvSpPr/>
          <p:nvPr/>
        </p:nvSpPr>
        <p:spPr>
          <a:xfrm>
            <a:off x="461772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+0.5pp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617720" y="4526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92440" y="182880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092440" y="1828800"/>
            <a:ext cx="356616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4884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9611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96112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80%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412480" y="29718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6000" dirty="0"/>
          </a:p>
        </p:txBody>
      </p:sp>
      <p:sp>
        <p:nvSpPr>
          <p:cNvPr id="29" name="Text 24"/>
          <p:cNvSpPr/>
          <p:nvPr/>
        </p:nvSpPr>
        <p:spPr>
          <a:xfrm>
            <a:off x="841248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+15pp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412480" y="4526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6928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37160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success criteria exceeded. See detailed methodology in the appendix.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10 MIN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1133856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Broader business impact and deliverables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194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hrs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55448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week across the sales team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38328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5760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$31K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1554480" y="4069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labor cost reduction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663440"/>
            <a:ext cx="5669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3776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754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1554480" y="5349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satisfaction after launch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FEEDBACK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400800" y="2103120"/>
            <a:ext cx="521208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92240" y="2057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400" dirty="0"/>
          </a:p>
        </p:txBody>
      </p:sp>
      <p:sp>
        <p:nvSpPr>
          <p:cNvPr id="23" name="Text 18"/>
          <p:cNvSpPr/>
          <p:nvPr/>
        </p:nvSpPr>
        <p:spPr>
          <a:xfrm>
            <a:off x="7086600" y="2240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first tool in years our managers actually open every morning.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086600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[Sponsor Name], [Title], [Client]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DELIVERABLES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51376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20840" y="4114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application codebase (GitHub repo handoff)</a:t>
            </a:r>
            <a:endParaRPr lang="en-US" sz="1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98848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720840" y="44622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documentation (OpenAPI 3.1)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84632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20840" y="48097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 + admin manual</a:t>
            </a:r>
            <a:endParaRPr lang="en-US" sz="12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5193792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20840" y="51572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recorded training videos</a:t>
            </a:r>
            <a:endParaRPr lang="en-US" sz="12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541264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720840" y="55046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post-launch email support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10 MIN</a:t>
            </a:r>
            <a:endParaRPr lang="en-US" sz="800" dirty="0"/>
          </a:p>
        </p:txBody>
      </p:sp>
      <p:sp>
        <p:nvSpPr>
          <p:cNvPr id="37" name="Text 27"/>
          <p:cNvSpPr/>
          <p:nvPr/>
        </p:nvSpPr>
        <p:spPr>
          <a:xfrm>
            <a:off x="1133856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46304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Roadmap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Handoff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HANDOFF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next, and how we leave it running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ENHANCEMENTS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0" cy="329184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331720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313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313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64261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iOS/Android view of key KPIs on the go.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3172968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154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48386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pipeline risk using 2 years of historical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" y="4014216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995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995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32511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+ Portuguese rollout for LATAM teams.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" y="4855464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8371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2027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48371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goal tracking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166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OKR-style targets tied to live dashboards.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1828800"/>
            <a:ext cx="4937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0" y="1828800"/>
            <a:ext cx="91440" cy="1965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011680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5438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995160" y="242316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dependency updates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security audit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backups (14-day retention)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runbook included in handoff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675120" y="3931920"/>
            <a:ext cx="4937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75120" y="3931920"/>
            <a:ext cx="91440" cy="1828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114800"/>
            <a:ext cx="457200" cy="4572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5438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TRANSFER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995160" y="45262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live training sessions with IT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codebase walkthrough on video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 records (ADRs)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of post-launch email support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10 MIN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11338560" y="65105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011680"/>
            <a:ext cx="5486400" cy="54864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EA5E9">
              <a:alpha val="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097280"/>
            <a:ext cx="5486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proud of what we built together.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67E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1051560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3484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·  [email]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28160" y="443484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28160" y="47548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github.com/[team]/[project]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33360" y="443484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33360" y="47548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[docs portal link]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CLOSEOUT  ·  [PROJECT NAME]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Closeout Presentation</dc:title>
  <dc:subject>PptxGenJS Presentation</dc:subject>
  <dc:creator>Project Team</dc:creator>
  <cp:lastModifiedBy>Project Team</cp:lastModifiedBy>
  <cp:revision>1</cp:revision>
  <dcterms:created xsi:type="dcterms:W3CDTF">2026-04-17T19:32:32Z</dcterms:created>
  <dcterms:modified xsi:type="dcterms:W3CDTF">2026-04-17T19:32:32Z</dcterms:modified>
</cp:coreProperties>
</file>